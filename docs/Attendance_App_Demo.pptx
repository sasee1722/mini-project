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ini-project-salabadee.vercel.app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Role-based, period-wise attendance with reports</a:t>
            </a:r>
          </a:p>
          <a:p>
            <a:pPr>
              <a:defRPr sz="1800"/>
            </a:pPr>
            <a:r>
              <a:t>Tech Stack: React + Vite, TailwindCSS, Supabase (Auth, Postgres), jsPDF</a:t>
            </a:r>
          </a:p>
          <a:p>
            <a:pPr>
              <a:defRPr sz="1800"/>
            </a:pPr>
            <a:r>
              <a:t>Roles: Admin, Staff</a:t>
            </a:r>
          </a:p>
          <a:p>
            <a:pPr>
              <a:defRPr sz="1800"/>
            </a:pPr>
            <a:r>
              <a:t>Deployment: SPA-ready (Netlify/Vercel)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Problem: manual attendance is slow, error-prone, and fragmented</a:t>
            </a:r>
          </a:p>
          <a:p>
            <a:pPr>
              <a:defRPr sz="1800"/>
            </a:pPr>
            <a:r>
              <a:t>Solution: cloud-backed web app with secure auth and RBAC</a:t>
            </a:r>
          </a:p>
          <a:p>
            <a:pPr>
              <a:defRPr sz="1800"/>
            </a:pPr>
            <a:r>
              <a:t>Features: period-wise student + staff tracking, PDF exports</a:t>
            </a:r>
          </a:p>
          <a:p>
            <a:pPr>
              <a:defRPr sz="1800"/>
            </a:pPr>
            <a:r>
              <a:t>Outcome: faster marking, centralized records, audit-ready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Motivation: reduce errors and improve visibility across departments</a:t>
            </a:r>
          </a:p>
          <a:p>
            <a:pPr>
              <a:defRPr sz="1800"/>
            </a:pPr>
            <a:r>
              <a:t>Objectives: auth + RBAC, interactive timetable, reporting</a:t>
            </a:r>
          </a:p>
          <a:p>
            <a:pPr>
              <a:defRPr sz="1800"/>
            </a:pPr>
            <a:r>
              <a:t>Scope: React SPA with Supabase; focuses on period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Manual registers: low-cost; poor aggregation and analytics</a:t>
            </a:r>
          </a:p>
          <a:p>
            <a:pPr>
              <a:defRPr sz="1800"/>
            </a:pPr>
            <a:r>
              <a:t>Biometric/RFID: accurate; higher cost and maintenance</a:t>
            </a:r>
          </a:p>
          <a:p>
            <a:pPr>
              <a:defRPr sz="1800"/>
            </a:pPr>
            <a:r>
              <a:t>QR-based: fast; device coordination challenges</a:t>
            </a:r>
          </a:p>
          <a:p>
            <a:pPr>
              <a:defRPr sz="1800"/>
            </a:pPr>
            <a:r>
              <a:t>Cloud web systems: centralized, scalable; needs solid auth/data design</a:t>
            </a:r>
          </a:p>
          <a:p>
            <a:pPr>
              <a:defRPr sz="1800"/>
            </a:pPr>
            <a:r>
              <a:t>Gap solved: RBAC, period granularity, bulk ops, integrated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Architecture: React SPA → Supabase → Postgres tables</a:t>
            </a:r>
          </a:p>
          <a:p>
            <a:pPr>
              <a:defRPr sz="1800"/>
            </a:pPr>
            <a:r>
              <a:t>Auth &amp; RBAC: session + ProtectedRoute with role checks</a:t>
            </a:r>
          </a:p>
          <a:p>
            <a:pPr>
              <a:defRPr sz="1800"/>
            </a:pPr>
            <a:r>
              <a:t>Period-wise attendance: mark, counts, alt staff, per-student statuses</a:t>
            </a:r>
          </a:p>
          <a:p>
            <a:pPr>
              <a:defRPr sz="1800"/>
            </a:pPr>
            <a:r>
              <a:t>Bulk imports and PDF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Flowcharts &amp;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Auth flow: sign up/in → session → role-based routing</a:t>
            </a:r>
          </a:p>
          <a:p>
            <a:pPr>
              <a:defRPr sz="1800"/>
            </a:pPr>
            <a:r>
              <a:t>Marking flow: timetable → select period → upsert records</a:t>
            </a:r>
          </a:p>
          <a:p>
            <a:pPr>
              <a:defRPr sz="1800"/>
            </a:pPr>
            <a:r>
              <a:t>Data write: period_attendance + period_student_attendance</a:t>
            </a:r>
          </a:p>
          <a:p>
            <a:pPr>
              <a:defRPr sz="1800"/>
            </a:pPr>
            <a:r>
              <a:t>Export flow: generate Period-wise 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Offline-first PWA and sync queue</a:t>
            </a:r>
          </a:p>
          <a:p>
            <a:pPr>
              <a:defRPr sz="1800"/>
            </a:pPr>
            <a:r>
              <a:t>Mobile app (Android/iOS)</a:t>
            </a:r>
          </a:p>
          <a:p>
            <a:pPr>
              <a:defRPr sz="1800"/>
            </a:pPr>
            <a:r>
              <a:t>Face recognition integration</a:t>
            </a:r>
          </a:p>
          <a:p>
            <a:pPr>
              <a:defRPr sz="1800"/>
            </a:pPr>
            <a:r>
              <a:t>Notifications/approvals and analytics dashboards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Achieved: secure RBAC, interactive timetable, period-wise marking</a:t>
            </a:r>
          </a:p>
          <a:p>
            <a:pPr>
              <a:defRPr sz="1800"/>
            </a:pPr>
            <a:r>
              <a:t>Reports: color-coded PDFs for audits</a:t>
            </a:r>
          </a:p>
          <a:p>
            <a:pPr>
              <a:defRPr sz="1800"/>
            </a:pPr>
            <a:r>
              <a:t>Impact: faster cycles and centralized data</a:t>
            </a:r>
          </a:p>
          <a:p>
            <a:pPr>
              <a:defRPr sz="1800"/>
            </a:pPr>
            <a:r>
              <a:t>Conclusion: practical, scalable attendance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Admin: mark period-wise attendance and download reports</a:t>
            </a:r>
          </a:p>
          <a:p>
            <a:pPr>
              <a:defRPr sz="1800"/>
            </a:pPr>
            <a:r>
              <a:t>Staff: mark own attendance and class-wise summaries</a:t>
            </a:r>
          </a:p>
          <a:p>
            <a:pPr algn="l">
              <a:defRPr sz="1800"/>
            </a:pPr>
            <a:r>
              <a:rPr>
                <a:hlinkClick r:id="rId2"/>
              </a:rPr>
              <a:t>Open Demo: mini-project-salabadee.vercel.app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